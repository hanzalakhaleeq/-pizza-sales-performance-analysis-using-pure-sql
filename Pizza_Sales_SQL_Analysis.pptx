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062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502920"/>
            <a:ext cx="1737360" cy="1737360"/>
          </a:xfrm>
          <a:prstGeom prst="pie">
            <a:avLst>
              <a:gd name="adj1" fmla="val 1200000"/>
              <a:gd name="adj2" fmla="val 18000000"/>
            </a:avLst>
          </a:prstGeom>
          <a:solidFill>
            <a:srgbClr val="F9E79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502920"/>
            <a:ext cx="1737360" cy="1737360"/>
          </a:xfrm>
          <a:prstGeom prst="ellipse">
            <a:avLst/>
          </a:prstGeom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CASE STUDY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SALES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revenue drivers, best-selling pizzas, and ordering patterns from 21,000+ orders using pure SQL.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$817.8K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4617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29000" y="5138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4617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21K+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5138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39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108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Hanzala Khaleeq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|  Data Analytics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263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SQL WORKBENCH  •  DATA 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Business Questions, Solved in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8745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revenue generated from pizza sales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highest-priced pizza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886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common pizza size ordered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892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top 5 ordered pizza types with quantities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18745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total quantity ordered by pizza category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distribution of orders by hour of the day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3886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3 pizzas by revenue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4892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each pizza type's % contribution to revenue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 total revenue generated from pizza sales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$817,860.05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across every order line by joining pizzas to order_details.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79107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713934"/>
            <a:ext cx="5760720" cy="37501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highest-priced pizza on the menu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PRICED PIZZA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Greek Pizza — $35.95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two ways: ORDER BY + LIMIT, and a MAX() subquery.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83036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70759"/>
            <a:ext cx="5760720" cy="463652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most common pizza size ordered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ORDERED SIZE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(L) — 18,526 orders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outsells Medium and Small combined preference by a wide margin.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8527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33928"/>
            <a:ext cx="5760720" cy="4910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top 5 ordered pizza types with quantities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BEST SELLER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Deluxe — 2,453 units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Barbecue Chicken and Hawaiian trail closely behind.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87138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007176"/>
            <a:ext cx="5760720" cy="51636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total quantity ordered by pizza category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CATEGORY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— 14,888 units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edges out Supreme and Veggie in total volume sold.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88999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406" y="1005840"/>
            <a:ext cx="5378149" cy="5166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 the distribution of orders by hour of the day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 HOUR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12:00 PM — 2,520 orders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lunch-hour rush between 12 PM and 1 PM.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90862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713" y="1005840"/>
            <a:ext cx="5759535" cy="5166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top 3 pizzas by revenue generated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 Chicken — $43,434.25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Barbecue Chicken and California Chicken round out the top 3.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93887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559423"/>
            <a:ext cx="5760720" cy="4059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417320" y="603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each pizza type's % contribution to total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5230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 Chicken — 5.31%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pizza dominates — revenue is spread across the menu.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685800"/>
            <a:ext cx="640080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1E2761">
                <a:alpha val="18000"/>
              </a:srgbClr>
            </a:outerShdw>
          </a:effectLst>
        </p:spPr>
      </p:sp>
      <p:pic>
        <p:nvPicPr>
          <p:cNvPr id="11" name="Image 0" descr="images/178406797685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60218"/>
            <a:ext cx="5760720" cy="46576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327355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9067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Large-size pizzas and the Classic category drive the bulk of order volume.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86791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850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lunch-hour rush (12–1 PM) is the single busiest window for orders.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46227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7939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spread across the menu — no single pizza dominates sales.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7589520" cy="0"/>
          </a:xfrm>
          <a:prstGeom prst="line">
            <a:avLst/>
          </a:prstGeom>
          <a:noFill/>
          <a:ln w="12700">
            <a:solidFill>
              <a:srgbClr val="39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532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Hanzala Khaleeq  |  BS Computer Science, UET Lahore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Data Analyst Internships &amp; Opportunities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2026-07-14T22:31:54Z</dcterms:created>
  <dcterms:modified xsi:type="dcterms:W3CDTF">2026-07-14T22:31:54Z</dcterms:modified>
</cp:coreProperties>
</file>